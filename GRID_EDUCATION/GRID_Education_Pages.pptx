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58CA-1A61-4F7E-9775-FE8B335888C9}" type="datetimeFigureOut">
              <a:rPr lang="en-CA" smtClean="0"/>
              <a:t>2025-07-21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4117-EE46-4986-9D81-AC690DF0F5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932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58CA-1A61-4F7E-9775-FE8B335888C9}" type="datetimeFigureOut">
              <a:rPr lang="en-CA" smtClean="0"/>
              <a:t>2025-07-21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4117-EE46-4986-9D81-AC690DF0F5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616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58CA-1A61-4F7E-9775-FE8B335888C9}" type="datetimeFigureOut">
              <a:rPr lang="en-CA" smtClean="0"/>
              <a:t>2025-07-21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4117-EE46-4986-9D81-AC690DF0F5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240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58CA-1A61-4F7E-9775-FE8B335888C9}" type="datetimeFigureOut">
              <a:rPr lang="en-CA" smtClean="0"/>
              <a:t>2025-07-21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4117-EE46-4986-9D81-AC690DF0F5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464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58CA-1A61-4F7E-9775-FE8B335888C9}" type="datetimeFigureOut">
              <a:rPr lang="en-CA" smtClean="0"/>
              <a:t>2025-07-21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4117-EE46-4986-9D81-AC690DF0F5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64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58CA-1A61-4F7E-9775-FE8B335888C9}" type="datetimeFigureOut">
              <a:rPr lang="en-CA" smtClean="0"/>
              <a:t>2025-07-21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4117-EE46-4986-9D81-AC690DF0F5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3305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58CA-1A61-4F7E-9775-FE8B335888C9}" type="datetimeFigureOut">
              <a:rPr lang="en-CA" smtClean="0"/>
              <a:t>2025-07-21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4117-EE46-4986-9D81-AC690DF0F5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5540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58CA-1A61-4F7E-9775-FE8B335888C9}" type="datetimeFigureOut">
              <a:rPr lang="en-CA" smtClean="0"/>
              <a:t>2025-07-21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4117-EE46-4986-9D81-AC690DF0F5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852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58CA-1A61-4F7E-9775-FE8B335888C9}" type="datetimeFigureOut">
              <a:rPr lang="en-CA" smtClean="0"/>
              <a:t>2025-07-21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4117-EE46-4986-9D81-AC690DF0F5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2607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58CA-1A61-4F7E-9775-FE8B335888C9}" type="datetimeFigureOut">
              <a:rPr lang="en-CA" smtClean="0"/>
              <a:t>2025-07-21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4117-EE46-4986-9D81-AC690DF0F5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625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58CA-1A61-4F7E-9775-FE8B335888C9}" type="datetimeFigureOut">
              <a:rPr lang="en-CA" smtClean="0"/>
              <a:t>2025-07-21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4117-EE46-4986-9D81-AC690DF0F5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45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058CA-1A61-4F7E-9775-FE8B335888C9}" type="datetimeFigureOut">
              <a:rPr lang="en-CA" smtClean="0"/>
              <a:t>2025-07-21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24117-EE46-4986-9D81-AC690DF0F5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7057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426" y="891997"/>
            <a:ext cx="9566546" cy="510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61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157" y="1766453"/>
            <a:ext cx="9526733" cy="253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95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427" y="634058"/>
            <a:ext cx="9549246" cy="561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62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427" y="657119"/>
            <a:ext cx="9549245" cy="556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3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991" y="25308"/>
            <a:ext cx="9463070" cy="683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6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Garrard</dc:creator>
  <cp:lastModifiedBy>ASUS</cp:lastModifiedBy>
  <cp:revision>1</cp:revision>
  <dcterms:created xsi:type="dcterms:W3CDTF">2019-11-17T07:09:35Z</dcterms:created>
  <dcterms:modified xsi:type="dcterms:W3CDTF">2025-07-21T09:46:37Z</dcterms:modified>
</cp:coreProperties>
</file>